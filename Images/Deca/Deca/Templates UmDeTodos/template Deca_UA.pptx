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58" r:id="rId7"/>
    <p:sldId id="261" r:id="rId8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1867" userDrawn="1">
          <p15:clr>
            <a:srgbClr val="A4A3A4"/>
          </p15:clr>
        </p15:guide>
        <p15:guide id="3" pos="234" userDrawn="1">
          <p15:clr>
            <a:srgbClr val="A4A3A4"/>
          </p15:clr>
        </p15:guide>
        <p15:guide id="4" pos="2094" userDrawn="1">
          <p15:clr>
            <a:srgbClr val="A4A3A4"/>
          </p15:clr>
        </p15:guide>
        <p15:guide id="5" pos="7446" userDrawn="1">
          <p15:clr>
            <a:srgbClr val="A4A3A4"/>
          </p15:clr>
        </p15:guide>
        <p15:guide id="6" pos="3727" userDrawn="1">
          <p15:clr>
            <a:srgbClr val="A4A3A4"/>
          </p15:clr>
        </p15:guide>
        <p15:guide id="7" pos="3953" userDrawn="1">
          <p15:clr>
            <a:srgbClr val="A4A3A4"/>
          </p15:clr>
        </p15:guide>
        <p15:guide id="8" pos="5564" userDrawn="1">
          <p15:clr>
            <a:srgbClr val="A4A3A4"/>
          </p15:clr>
        </p15:guide>
        <p15:guide id="9" pos="5813" userDrawn="1">
          <p15:clr>
            <a:srgbClr val="A4A3A4"/>
          </p15:clr>
        </p15:guide>
        <p15:guide id="10" orient="horz" pos="4110" userDrawn="1">
          <p15:clr>
            <a:srgbClr val="A4A3A4"/>
          </p15:clr>
        </p15:guide>
        <p15:guide id="11" orient="horz" pos="391" userDrawn="1">
          <p15:clr>
            <a:srgbClr val="A4A3A4"/>
          </p15:clr>
        </p15:guide>
        <p15:guide id="12" orient="horz" pos="1570" userDrawn="1">
          <p15:clr>
            <a:srgbClr val="A4A3A4"/>
          </p15:clr>
        </p15:guide>
        <p15:guide id="13" pos="529" userDrawn="1">
          <p15:clr>
            <a:srgbClr val="A4A3A4"/>
          </p15:clr>
        </p15:guide>
        <p15:guide id="14" orient="horz" pos="1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D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79554-6BB4-014D-A440-FE846A30C72E}" v="3" dt="2023-02-27T11:41:48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5"/>
    <p:restoredTop sz="96327"/>
  </p:normalViewPr>
  <p:slideViewPr>
    <p:cSldViewPr snapToGrid="0" showGuides="1">
      <p:cViewPr varScale="1">
        <p:scale>
          <a:sx n="128" d="100"/>
          <a:sy n="128" d="100"/>
        </p:scale>
        <p:origin x="960" y="176"/>
      </p:cViewPr>
      <p:guideLst>
        <p:guide orient="horz" pos="2364"/>
        <p:guide pos="1867"/>
        <p:guide pos="234"/>
        <p:guide pos="2094"/>
        <p:guide pos="7446"/>
        <p:guide pos="3727"/>
        <p:guide pos="3953"/>
        <p:guide pos="5564"/>
        <p:guide pos="5813"/>
        <p:guide orient="horz" pos="4110"/>
        <p:guide orient="horz" pos="391"/>
        <p:guide orient="horz" pos="1570"/>
        <p:guide pos="529"/>
        <p:guide orient="horz" pos="19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284F-A3B8-2179-34F5-3DD80796D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E3987-C119-424B-236E-D4C40A88A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BDC1B-5CE6-0821-70F7-AA9670B48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409C3-2A48-E801-9610-047BB649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32ABB-E1F3-B705-77F8-2D9AACDE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22417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148F-4E5B-95FC-2D33-217B7DBB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B94A0-F688-8581-F869-910E02AE3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3B5CC-C2BB-6AD2-236A-C166FC557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3C798-7BDC-1B8C-813C-EFC036DD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502E3-369E-D98D-1EBF-A8A4C7F4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293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CBC-D069-F5A2-B544-58FED0DD4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88154-28AD-9349-4687-E413872A1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2B19-499F-E8A5-E104-522402F13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C21F4-2293-E929-872E-A7C5A766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6BEAF-5F08-2A9A-92FA-36A87DA10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4341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B6BC-6E6E-6AA1-C044-063B2E18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29C4-9259-93CF-6FA1-F1A28E306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B2D3B-0E32-DDA1-1DB4-E6F0E1EB4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ED411-AC43-EB02-B953-77DB05FA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B71AF-0932-3EFB-9129-19310A9E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9725A-D42B-5AB5-D2C6-1F2C853A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6230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C31E-6102-14E5-B43D-6F282C4B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FB680-7888-C91A-EE72-5D949BE3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90069-4A6B-0F63-F9E2-1D8D3D738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6F84A-03AC-D331-C63C-6A31ECFD3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00459-D408-F237-9C98-6E887696A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44924-3DDF-81BB-7AF7-B28ADD2B0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C480D-3F74-A3D3-60F7-28A1F8D8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D08D3-D8FF-C866-2F85-4E64B84D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5853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4EFA-A556-579A-592E-D9D262D4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E86EC5-BBDC-5F3F-F1C5-8579C1F9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BAAC2-004F-E16A-16DD-76517675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ED3BB-D1EA-EEC6-CC5C-0EF827B3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6892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F7D6D-B86B-67E5-A36B-B6B3D6AA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D6C99-A7F7-4353-4D8A-692D96E29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E7A27-1469-1B07-7790-E80A6F3D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45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91B8-A600-173B-3DE2-800400C5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FD20E-D383-A7B2-3BF1-D2239F656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A9B8B-101E-D4B8-EE3E-7CDD6C32F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F2487-AD7A-CF18-025F-3056618B1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965A4-9116-D7F0-49C2-C05DB867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C85EB-3185-BCAA-C120-81C62F3B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261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5468-FD19-723B-CE89-EB63982B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6529DE-C4EA-0ACD-B410-CDC4006EC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E70F6-9DF9-76F5-3755-35E0FACA3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C5863-F859-8D87-9D39-A1732572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1E225-691D-CEA8-393D-19CBBF94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1DF18-AC5E-1108-656D-04D6E6A4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8260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503A-0D11-8D2F-00D1-FCC7935C2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B49AC-6EE8-82DA-9681-8D739AB42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76BBB-7382-9FBF-65DA-1A12FAB5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880B5-894B-FFC5-520D-C859B3BD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407E4-76C9-4C62-E15B-F0E3A9D3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9894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876812-15B4-76B6-ACE5-3DFB4B568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1296A-1E90-29D3-1A76-921E265F0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6748-0624-30DE-AD21-E7715369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B709-00EF-0393-C479-8E75728C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D3A1-0CAE-ED2E-BA7D-DFFBE94E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78467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153E13-3E5D-B686-FB91-E5EC7BF42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89EAE-C53D-DB1B-80C6-235666B2A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F3A67-6C02-D1A9-0FBC-C159E107F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1F5B5-5427-C945-B6B3-93ABD9B38501}" type="datetimeFigureOut">
              <a:rPr lang="en-PT" smtClean="0"/>
              <a:t>03/11/2023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D9176-6CB8-E9B7-CAC5-73DF92DFF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4DBA-884E-0BA1-779E-4F9FA2BC9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631A6-522E-B748-93B8-7C935F3EBEC4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1493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.pt/pt/identidade-ua" TargetMode="External"/><Relationship Id="rId2" Type="http://schemas.openxmlformats.org/officeDocument/2006/relationships/hyperlink" Target="https://photos.google.com/share/AF1QipMKj7rDs61by2Ub9f5npIAwoHMz8lfk9qz4iUarhKCLCu3ZcJ-lLa7I2rEmU_QksA?key=cjhZU01KVERiUUhURmxLMHBwcU55aW1GZmNKNW1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D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2C31348-B1E3-76AE-4FF6-323EF07D5666}"/>
              </a:ext>
            </a:extLst>
          </p:cNvPr>
          <p:cNvSpPr txBox="1"/>
          <p:nvPr/>
        </p:nvSpPr>
        <p:spPr>
          <a:xfrm>
            <a:off x="6186488" y="3294271"/>
            <a:ext cx="5545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4000" dirty="0">
                <a:latin typeface="Arial" panose="020B0604020202020204" pitchFamily="34" charset="0"/>
                <a:cs typeface="Arial" panose="020B0604020202020204" pitchFamily="34" charset="0"/>
              </a:rPr>
              <a:t>Título do projeto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3CEC6-52B9-1193-4CCC-75C7A5068B5F}"/>
              </a:ext>
            </a:extLst>
          </p:cNvPr>
          <p:cNvSpPr txBox="1"/>
          <p:nvPr/>
        </p:nvSpPr>
        <p:spPr>
          <a:xfrm>
            <a:off x="6186488" y="6318448"/>
            <a:ext cx="5545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8FB948-9D8C-AD72-E40B-5599E236815A}"/>
              </a:ext>
            </a:extLst>
          </p:cNvPr>
          <p:cNvSpPr txBox="1"/>
          <p:nvPr/>
        </p:nvSpPr>
        <p:spPr>
          <a:xfrm>
            <a:off x="306388" y="5887561"/>
            <a:ext cx="5545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1400" dirty="0">
                <a:latin typeface="Arial" panose="020B0604020202020204" pitchFamily="34" charset="0"/>
                <a:cs typeface="Arial" panose="020B0604020202020204" pitchFamily="34" charset="0"/>
              </a:rPr>
              <a:t>Aluno</a:t>
            </a:r>
          </a:p>
          <a:p>
            <a:r>
              <a:rPr lang="en-PT" sz="1400" dirty="0">
                <a:latin typeface="Arial" panose="020B0604020202020204" pitchFamily="34" charset="0"/>
                <a:cs typeface="Arial" panose="020B0604020202020204" pitchFamily="34" charset="0"/>
              </a:rPr>
              <a:t>Orientador</a:t>
            </a:r>
          </a:p>
          <a:p>
            <a:r>
              <a:rPr lang="en-PT" sz="1400" dirty="0">
                <a:latin typeface="Arial" panose="020B0604020202020204" pitchFamily="34" charset="0"/>
                <a:cs typeface="Arial" panose="020B0604020202020204" pitchFamily="34" charset="0"/>
              </a:rPr>
              <a:t>Unidade Curricular</a:t>
            </a:r>
          </a:p>
        </p:txBody>
      </p:sp>
      <p:pic>
        <p:nvPicPr>
          <p:cNvPr id="4" name="Picture 3" descr="A black screen with a black background&#10;&#10;Description automatically generated">
            <a:extLst>
              <a:ext uri="{FF2B5EF4-FFF2-40B4-BE49-F238E27FC236}">
                <a16:creationId xmlns:a16="http://schemas.microsoft.com/office/drawing/2014/main" id="{382E84C1-3266-0224-61C9-67B088E14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07" y="0"/>
            <a:ext cx="9642321" cy="214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012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AA0397-D631-A6A2-FEA1-A20B55AAC3B6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46550-868B-039C-ADBF-F6D1143FC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38" y="-1488385"/>
            <a:ext cx="18923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FD7DE4-A494-A123-16DC-B45B4004B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4" y="287429"/>
            <a:ext cx="2577399" cy="377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992F99-0D85-F737-EF0D-9503BA57B6D9}"/>
              </a:ext>
            </a:extLst>
          </p:cNvPr>
          <p:cNvSpPr txBox="1"/>
          <p:nvPr/>
        </p:nvSpPr>
        <p:spPr>
          <a:xfrm>
            <a:off x="6186488" y="287429"/>
            <a:ext cx="5634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400" dirty="0">
                <a:latin typeface="Arial" panose="020B0604020202020204" pitchFamily="34" charset="0"/>
                <a:cs typeface="Arial" panose="020B0604020202020204" pitchFamily="34" charset="0"/>
              </a:rPr>
              <a:t>Título do projeto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E2531-5E9E-D99F-FD25-735615A5B648}"/>
              </a:ext>
            </a:extLst>
          </p:cNvPr>
          <p:cNvSpPr txBox="1"/>
          <p:nvPr/>
        </p:nvSpPr>
        <p:spPr>
          <a:xfrm>
            <a:off x="6186488" y="2260600"/>
            <a:ext cx="554513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pt-PT" sz="1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000" dirty="0">
              <a:latin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EFA65-7D2E-F0AD-12FD-9A949ECD6356}"/>
              </a:ext>
            </a:extLst>
          </p:cNvPr>
          <p:cNvSpPr txBox="1"/>
          <p:nvPr/>
        </p:nvSpPr>
        <p:spPr>
          <a:xfrm>
            <a:off x="276225" y="2223070"/>
            <a:ext cx="6096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8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1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02668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AA0397-D631-A6A2-FEA1-A20B55AAC3B6}"/>
              </a:ext>
            </a:extLst>
          </p:cNvPr>
          <p:cNvSpPr/>
          <p:nvPr/>
        </p:nvSpPr>
        <p:spPr>
          <a:xfrm>
            <a:off x="0" y="0"/>
            <a:ext cx="2963863" cy="6858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92F99-0D85-F737-EF0D-9503BA57B6D9}"/>
              </a:ext>
            </a:extLst>
          </p:cNvPr>
          <p:cNvSpPr txBox="1"/>
          <p:nvPr/>
        </p:nvSpPr>
        <p:spPr>
          <a:xfrm>
            <a:off x="282577" y="1670081"/>
            <a:ext cx="2244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400" dirty="0">
                <a:latin typeface="Arial" panose="020B0604020202020204" pitchFamily="34" charset="0"/>
                <a:cs typeface="Arial" panose="020B0604020202020204" pitchFamily="34" charset="0"/>
              </a:rPr>
              <a:t>Título do projeto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E2531-5E9E-D99F-FD25-735615A5B648}"/>
              </a:ext>
            </a:extLst>
          </p:cNvPr>
          <p:cNvSpPr txBox="1"/>
          <p:nvPr/>
        </p:nvSpPr>
        <p:spPr>
          <a:xfrm>
            <a:off x="6186488" y="2260600"/>
            <a:ext cx="554513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pt-PT" sz="1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000" dirty="0">
              <a:latin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EFA65-7D2E-F0AD-12FD-9A949ECD6356}"/>
              </a:ext>
            </a:extLst>
          </p:cNvPr>
          <p:cNvSpPr txBox="1"/>
          <p:nvPr/>
        </p:nvSpPr>
        <p:spPr>
          <a:xfrm>
            <a:off x="6180138" y="1585108"/>
            <a:ext cx="6096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8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1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2264D2-7544-D757-19A9-8EA5ABF63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64" y="287429"/>
            <a:ext cx="825500" cy="81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924DB-1B56-F86B-6BA8-23B29A264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5" y="6102832"/>
            <a:ext cx="1500267" cy="75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23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AA0397-D631-A6A2-FEA1-A20B55AAC3B6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93D5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46550-868B-039C-ADBF-F6D1143FC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138" y="-1488385"/>
            <a:ext cx="18923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FD7DE4-A494-A123-16DC-B45B4004B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4" y="287429"/>
            <a:ext cx="2577399" cy="377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992F99-0D85-F737-EF0D-9503BA57B6D9}"/>
              </a:ext>
            </a:extLst>
          </p:cNvPr>
          <p:cNvSpPr txBox="1"/>
          <p:nvPr/>
        </p:nvSpPr>
        <p:spPr>
          <a:xfrm>
            <a:off x="6186488" y="287429"/>
            <a:ext cx="5634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2400" dirty="0">
                <a:latin typeface="Arial" panose="020B0604020202020204" pitchFamily="34" charset="0"/>
                <a:cs typeface="Arial" panose="020B0604020202020204" pitchFamily="34" charset="0"/>
              </a:rPr>
              <a:t>Título do projeto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FE3D274-1296-2BA9-962A-2E082A9B3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215533"/>
            <a:ext cx="11560175" cy="435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8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1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51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DD145E-6919-EB72-9275-A62C8392CCF2}"/>
              </a:ext>
            </a:extLst>
          </p:cNvPr>
          <p:cNvSpPr txBox="1"/>
          <p:nvPr/>
        </p:nvSpPr>
        <p:spPr>
          <a:xfrm>
            <a:off x="6186488" y="3111437"/>
            <a:ext cx="554513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pt-PT" sz="1400" dirty="0">
                <a:latin typeface="Arial" panose="020B0604020202020204" pitchFamily="34" charset="0"/>
                <a:cs typeface="Arial" panose="020B0604020202020204" pitchFamily="34" charset="0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PT" sz="1000" dirty="0">
              <a:latin typeface="Verdan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3339C-626E-A6B4-FFBD-6382FB23483B}"/>
              </a:ext>
            </a:extLst>
          </p:cNvPr>
          <p:cNvSpPr txBox="1"/>
          <p:nvPr/>
        </p:nvSpPr>
        <p:spPr>
          <a:xfrm>
            <a:off x="6186488" y="2223070"/>
            <a:ext cx="60960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8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PT" sz="1100" dirty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27F6A90-1390-D9BA-25D7-87933F6AE9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57" t="20505" r="6307"/>
          <a:stretch/>
        </p:blipFill>
        <p:spPr bwMode="auto">
          <a:xfrm>
            <a:off x="0" y="0"/>
            <a:ext cx="5916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76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D5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ED83E6-1F72-2AB7-C4A3-D865AC74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271" y="3069484"/>
            <a:ext cx="6433458" cy="7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760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D20-07A4-8E63-DE88-1C3030EB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T" dirty="0">
                <a:latin typeface="Arial" panose="020B0604020202020204" pitchFamily="34" charset="0"/>
                <a:cs typeface="Arial" panose="020B0604020202020204" pitchFamily="34" charset="0"/>
              </a:rPr>
              <a:t>Links úteis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F2ED6-62F1-79DD-9185-2E97E6F47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T" dirty="0">
                <a:latin typeface="Arial" panose="020B0604020202020204" pitchFamily="34" charset="0"/>
                <a:cs typeface="Arial" panose="020B0604020202020204" pitchFamily="34" charset="0"/>
              </a:rPr>
              <a:t>Galeria de imagens da UA</a:t>
            </a:r>
            <a:br>
              <a:rPr lang="en-P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https://photos.google.com/share/AF1QipMKj7rDs61by2Ub9f5npIAwoHMz8lfk9qz4iUarhKCLCu3ZcJ-lLa7I2rEmU_QksA?key=cjhZU01KVERiUUhURmxLMHBwcU55aW1GZmNKNW1B</a:t>
            </a:r>
            <a:endParaRPr lang="en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P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PT" dirty="0">
                <a:latin typeface="Arial" panose="020B0604020202020204" pitchFamily="34" charset="0"/>
                <a:cs typeface="Arial" panose="020B0604020202020204" pitchFamily="34" charset="0"/>
              </a:rPr>
              <a:t>Logotipos e Manual de Normas gráficas da UA</a:t>
            </a:r>
            <a:br>
              <a:rPr lang="en-PT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https://www.ua.pt/pt/identidade-ua</a:t>
            </a:r>
            <a:endParaRPr lang="en-P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33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2B0E73AD3478C44A331B0D2FD984AD5" ma:contentTypeVersion="18" ma:contentTypeDescription="Crie um novo documento." ma:contentTypeScope="" ma:versionID="1102614e67d19b77e393ac5cc0327831">
  <xsd:schema xmlns:xsd="http://www.w3.org/2001/XMLSchema" xmlns:xs="http://www.w3.org/2001/XMLSchema" xmlns:p="http://schemas.microsoft.com/office/2006/metadata/properties" xmlns:ns2="fa8000ae-e14c-4df8-9bb7-a2d4e8d0dc60" xmlns:ns3="2935195e-4329-4f28-9833-1bfbce650c78" targetNamespace="http://schemas.microsoft.com/office/2006/metadata/properties" ma:root="true" ma:fieldsID="0aa5e2c7efb752e57d8eefc3b5dc75ab" ns2:_="" ns3:_="">
    <xsd:import namespace="fa8000ae-e14c-4df8-9bb7-a2d4e8d0dc60"/>
    <xsd:import namespace="2935195e-4329-4f28-9833-1bfbce650c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8000ae-e14c-4df8-9bb7-a2d4e8d0dc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1d602765-7830-46ba-a66b-13b8df2c5c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5195e-4329-4f28-9833-1bfbce650c7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b74b55c-a095-4884-be73-e711eda20047}" ma:internalName="TaxCatchAll" ma:showField="CatchAllData" ma:web="2935195e-4329-4f28-9833-1bfbce650c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8000ae-e14c-4df8-9bb7-a2d4e8d0dc60">
      <Terms xmlns="http://schemas.microsoft.com/office/infopath/2007/PartnerControls"/>
    </lcf76f155ced4ddcb4097134ff3c332f>
    <TaxCatchAll xmlns="2935195e-4329-4f28-9833-1bfbce650c78" xsi:nil="true"/>
  </documentManagement>
</p:properties>
</file>

<file path=customXml/itemProps1.xml><?xml version="1.0" encoding="utf-8"?>
<ds:datastoreItem xmlns:ds="http://schemas.openxmlformats.org/officeDocument/2006/customXml" ds:itemID="{10FCFE53-7473-4731-A735-1872C90F2650}"/>
</file>

<file path=customXml/itemProps2.xml><?xml version="1.0" encoding="utf-8"?>
<ds:datastoreItem xmlns:ds="http://schemas.openxmlformats.org/officeDocument/2006/customXml" ds:itemID="{42C4B036-91A3-4E5C-B66E-FE4130B43AFD}"/>
</file>

<file path=customXml/itemProps3.xml><?xml version="1.0" encoding="utf-8"?>
<ds:datastoreItem xmlns:ds="http://schemas.openxmlformats.org/officeDocument/2006/customXml" ds:itemID="{192ADF7F-3C83-4ABB-BD1B-FDE2C2FF38C7}"/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76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Links úteis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Almeida</dc:creator>
  <cp:lastModifiedBy>Vítor Teixeira</cp:lastModifiedBy>
  <cp:revision>4</cp:revision>
  <dcterms:created xsi:type="dcterms:W3CDTF">2022-09-02T09:34:30Z</dcterms:created>
  <dcterms:modified xsi:type="dcterms:W3CDTF">2023-11-03T10:40:31Z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0x01010062B0E73AD3478C44A331B0D2FD984AD5</vt:lpwstr>
  </property>
</Properties>
</file>